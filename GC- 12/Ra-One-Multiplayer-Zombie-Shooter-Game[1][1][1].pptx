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9729D7-88B0-4E8F-8C0D-80DBEAC13EC9}">
          <p14:sldIdLst>
            <p14:sldId id="266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</p14:sldIdLst>
        </p14:section>
        <p14:section name="Untitled Section" id="{D9F706A4-8794-456A-B3BC-EB89816B244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9FDF"/>
    <a:srgbClr val="FEF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96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55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our presentation on Ra One, a thrilling multiplayer zombie shooter game.
I'm excited to share the key features and gameplay of this immersive post-apocalyptic experience.
The game is set in a dilapidated city overrun by hordes of undead creatures, where a group of armed survivors must band together to fight for their lives.
The intense, fast-paced combat and strategic team play create an adrenaline-pumping challenge for players.
We'll dive into the game's unique mechanics, diverse character classes, and customization options that allow you to tailor your playstyle.
Get ready to be transported to a gritty, atmospheric world where your survival skills will be put to the test.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"References" slide provides a curated list of key resources for learning more about Java Swing and AWT, game development with Java, and AI pathfinding techniques.
• These topics are all highly relevant to the overall presentation, and the references offered serve as a great starting point for further exploration and skill development.
• The official Java Swing and AWT documentation is an essential resource for understanding the core UI frameworks. The game development articles offer practical, hands-on guidance. And the AI pathfinding techniques are crucial for building engaging, intelligent game experiences.
• Together, these references cover a breadth of Java-related knowledge, from foundational concepts to advanced applications. Encouraging the audience to explore these resources will empower them to continue learning and growing their Java expertise beyond this presentation.
• I've suggested adding some visuals to this slide, like cover images of the documentation or sample game screenshots, to help illustrate the types of content available in these references.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"References" slide provides a curated list of key resources for learning more about Java Swing and AWT, game development with Java, and AI pathfinding techniques.
• These topics are all highly relevant to the overall presentation, and the references offered serve as a great starting point for further exploration and skill development.
• The official Java Swing and AWT documentation is an essential resource for understanding the core UI frameworks. The game development articles offer practical, hands-on guidance. And the AI pathfinding techniques are crucial for building engaging, intelligent game experiences.
• Together, these references cover a breadth of Java-related knowledge, from foundational concepts to advanced applications. Encouraging the audience to explore these resources will empower them to continue learning and growing their Java expertise beyond this presentation.
• I've suggested adding some visuals to this slide, like cover images of the documentation or sample game screenshots, to help illustrate the types of content available in these references.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3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F19FDF">
                <a:alpha val="12000"/>
              </a:srgb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3" y="296038"/>
            <a:ext cx="12192000" cy="13844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333136" y="2614417"/>
            <a:ext cx="73152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(Id202b)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IN" sz="3200" dirty="0"/>
          </a:p>
        </p:txBody>
      </p:sp>
      <p:sp>
        <p:nvSpPr>
          <p:cNvPr id="5" name="Rectangle 4"/>
          <p:cNvSpPr/>
          <p:nvPr/>
        </p:nvSpPr>
        <p:spPr>
          <a:xfrm>
            <a:off x="632523" y="5984427"/>
            <a:ext cx="73152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IN" sz="3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/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3600" b="1" dirty="0" err="1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Vipin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  <a:endParaRPr lang="en-IN" sz="3600" b="1" dirty="0" smtClean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7001" y="4310912"/>
            <a:ext cx="9243556" cy="7396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00"/>
              </a:lnSpc>
            </a:pPr>
            <a:r>
              <a:rPr lang="en-US" sz="3600" b="1" kern="0" spc="-89" dirty="0">
                <a:solidFill>
                  <a:schemeClr val="accent4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Ra One - Multiplayer Zombie Shooter Game</a:t>
            </a:r>
            <a:endParaRPr lang="en-US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27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204" y="972503"/>
            <a:ext cx="4887873" cy="62844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3" y="972503"/>
            <a:ext cx="7468553" cy="180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Ra One - Multiplayer Zombie Shooter Game</a:t>
            </a:r>
            <a:endParaRPr lang="en-US" sz="4400" b="1" dirty="0"/>
          </a:p>
        </p:txBody>
      </p:sp>
      <p:sp>
        <p:nvSpPr>
          <p:cNvPr id="5" name="Text 1"/>
          <p:cNvSpPr/>
          <p:nvPr/>
        </p:nvSpPr>
        <p:spPr>
          <a:xfrm>
            <a:off x="837724" y="3213100"/>
            <a:ext cx="7468554" cy="82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600" b="1" kern="0" spc="-38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Presented by: 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37724" y="415456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b="1" kern="0" spc="-38" dirty="0" err="1" smtClean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Shalendra</a:t>
            </a:r>
            <a:r>
              <a:rPr lang="en-US" sz="2800" b="1" kern="0" spc="-38" dirty="0" smtClean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800" b="1" kern="0" spc="-38" dirty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Sharma</a:t>
            </a:r>
            <a:endParaRPr lang="en-US" sz="2800" b="1" dirty="0"/>
          </a:p>
        </p:txBody>
      </p:sp>
      <p:sp>
        <p:nvSpPr>
          <p:cNvPr id="7" name="Text 3"/>
          <p:cNvSpPr/>
          <p:nvPr/>
        </p:nvSpPr>
        <p:spPr>
          <a:xfrm>
            <a:off x="837724" y="48067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b="1" kern="0" spc="-38" dirty="0" err="1" smtClean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Shadab</a:t>
            </a:r>
            <a:r>
              <a:rPr lang="en-US" sz="2800" b="1" kern="0" spc="-38" dirty="0" smtClean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800" b="1" kern="0" spc="-38" dirty="0" err="1" smtClean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Idrishi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37724" y="545901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b="1" kern="0" spc="-38" dirty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Rahul Pratap Singh Chauhan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837724" y="611124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b="1" kern="0" spc="-38" dirty="0">
                <a:solidFill>
                  <a:srgbClr val="1F713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Shalini Mishra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8456" y="683339"/>
            <a:ext cx="5632490" cy="115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8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Project Overview</a:t>
            </a:r>
            <a:endParaRPr lang="en-US" sz="4800" b="1" dirty="0"/>
          </a:p>
        </p:txBody>
      </p:sp>
      <p:sp>
        <p:nvSpPr>
          <p:cNvPr id="3" name="Text 1"/>
          <p:cNvSpPr/>
          <p:nvPr/>
        </p:nvSpPr>
        <p:spPr>
          <a:xfrm>
            <a:off x="1002824" y="285420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What is Ra One?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4570808"/>
            <a:ext cx="6185535" cy="143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6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Java-based multiplayer zombie shooter game. Players compete to eliminate zombies and earn the highest score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164161" y="25596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Gameplay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046561" y="452290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2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player with the most kills wins the match. Aligned with SDG 16 (Peace, Justice &amp; Strong Institutions) to promote fair play.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122420"/>
            <a:ext cx="62793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Game Concept &amp; Features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45461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15559" y="54546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100+ Zombies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5950148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Randomly spawn per match. Players use weapons to shoot zombies and earn points.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545461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13609" y="54546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Real-time Gameplay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3609" y="5950148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movement &amp; collision detection. Leaderboard system to track high scores.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823" y="545461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1658" y="54546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Engaging UI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1658" y="5950148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Using Java Swing and AWT to create an immersive user interface.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522" y="73485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54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Game Modules</a:t>
            </a:r>
            <a:endParaRPr lang="en-US" sz="5400" b="1" dirty="0"/>
          </a:p>
        </p:txBody>
      </p:sp>
      <p:sp>
        <p:nvSpPr>
          <p:cNvPr id="3" name="Shape 1"/>
          <p:cNvSpPr/>
          <p:nvPr/>
        </p:nvSpPr>
        <p:spPr>
          <a:xfrm>
            <a:off x="583169" y="2759978"/>
            <a:ext cx="4158734" cy="1943219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8295" y="30684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Player Module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30104" y="3696147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Controls player movement, shooting, and interactions.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28154" y="2526983"/>
            <a:ext cx="4158734" cy="1943219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2709" y="28755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Zombie AI Module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355431" y="3575980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kern="0" spc="-38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r>
              <a:rPr lang="en-US" sz="2000" kern="0" spc="-38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Handles zombie movements and attacks on player</a:t>
            </a:r>
            <a:r>
              <a:rPr lang="en-US" sz="1850" kern="0" spc="-38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2702838"/>
            <a:ext cx="4158734" cy="1943219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0759" y="29191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Bullet Mechanics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3139" y="3498592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Manages shooting logic and collision detection.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0788" y="5159395"/>
            <a:ext cx="6357818" cy="1815306"/>
          </a:xfrm>
          <a:prstGeom prst="roundRect">
            <a:avLst>
              <a:gd name="adj" fmla="val 73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4659" y="526422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Score &amp; Leaderboard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4659" y="6097239"/>
            <a:ext cx="58639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Tracks player kills &amp; rankings.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42477" y="5205173"/>
            <a:ext cx="6357818" cy="1815306"/>
          </a:xfrm>
          <a:prstGeom prst="roundRect">
            <a:avLst>
              <a:gd name="adj" fmla="val 73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1793" y="526422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Game Environment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1793" y="6067048"/>
            <a:ext cx="58639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Handles background, UI design, and event interactions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6924" y="1013539"/>
            <a:ext cx="90298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8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SDG 16 - Fair Play &amp; Ethics in Gaming</a:t>
            </a:r>
            <a:endParaRPr lang="en-US" sz="4800" b="1" dirty="0"/>
          </a:p>
        </p:txBody>
      </p:sp>
      <p:sp>
        <p:nvSpPr>
          <p:cNvPr id="3" name="Text 1"/>
          <p:cNvSpPr/>
          <p:nvPr/>
        </p:nvSpPr>
        <p:spPr>
          <a:xfrm>
            <a:off x="1523524" y="32546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Fair Competition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Encourages fair competition in multiplayer mode. Players need to strategize &amp; improve teamwork.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14761" y="34224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kern="0" spc="-44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Ethical Game Design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14761" y="457080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Uses ethical game design principles for fair play. Creates an immersive gaming experience for all players.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524" y="41838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8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Technology Stack</a:t>
            </a:r>
            <a:endParaRPr lang="en-US" sz="48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05" y="2427327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32770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Java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772614"/>
            <a:ext cx="296941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Programming Language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116" y="2439352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6116" y="32770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Java Swing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66116" y="3772614"/>
            <a:ext cx="296953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GUI Framework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627" y="2439352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94627" y="32770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Java AWT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94627" y="3772614"/>
            <a:ext cx="296953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Graphics &amp; Event Handling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3138" y="2439352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23138" y="32770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Java Networking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23138" y="3772614"/>
            <a:ext cx="296953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Multiplayer Integration (Future Work)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24" y="5256728"/>
            <a:ext cx="598408" cy="5984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7724" y="60944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Java Collections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37724" y="6589990"/>
            <a:ext cx="296941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Game Logic Management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978" y="612815"/>
            <a:ext cx="5243989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kern="0" spc="-83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Workflow / Game Flow</a:t>
            </a:r>
            <a:endParaRPr lang="en-US" sz="4100" b="1" dirty="0"/>
          </a:p>
        </p:txBody>
      </p:sp>
      <p:sp>
        <p:nvSpPr>
          <p:cNvPr id="3" name="Shape 1"/>
          <p:cNvSpPr/>
          <p:nvPr/>
        </p:nvSpPr>
        <p:spPr>
          <a:xfrm>
            <a:off x="7299960" y="1713905"/>
            <a:ext cx="30480" cy="5905738"/>
          </a:xfrm>
          <a:prstGeom prst="roundRect">
            <a:avLst>
              <a:gd name="adj" fmla="val 307107"/>
            </a:avLst>
          </a:prstGeom>
          <a:solidFill>
            <a:srgbClr val="DABADD"/>
          </a:solidFill>
          <a:ln/>
        </p:spPr>
      </p:sp>
      <p:sp>
        <p:nvSpPr>
          <p:cNvPr id="4" name="Shape 2"/>
          <p:cNvSpPr/>
          <p:nvPr/>
        </p:nvSpPr>
        <p:spPr>
          <a:xfrm>
            <a:off x="6426458" y="2199918"/>
            <a:ext cx="668536" cy="30480"/>
          </a:xfrm>
          <a:prstGeom prst="roundRect">
            <a:avLst>
              <a:gd name="adj" fmla="val 307107"/>
            </a:avLst>
          </a:prstGeom>
          <a:solidFill>
            <a:srgbClr val="DABADD"/>
          </a:solidFill>
          <a:ln/>
        </p:spPr>
      </p:sp>
      <p:sp>
        <p:nvSpPr>
          <p:cNvPr id="5" name="Shape 3"/>
          <p:cNvSpPr/>
          <p:nvPr/>
        </p:nvSpPr>
        <p:spPr>
          <a:xfrm>
            <a:off x="7064514" y="1964531"/>
            <a:ext cx="501372" cy="501372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57859" y="2018526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kern="0" spc="-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578900" y="1936671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3200" b="1" kern="0" spc="-41" dirty="0">
                <a:solidFill>
                  <a:srgbClr val="00B0F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Game Start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9978" y="2398038"/>
            <a:ext cx="542091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000" b="1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Players join a multiplayer session</a:t>
            </a: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35406" y="3314105"/>
            <a:ext cx="668536" cy="30480"/>
          </a:xfrm>
          <a:prstGeom prst="roundRect">
            <a:avLst>
              <a:gd name="adj" fmla="val 307107"/>
            </a:avLst>
          </a:prstGeom>
          <a:solidFill>
            <a:srgbClr val="DA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7064514" y="3078718"/>
            <a:ext cx="501372" cy="501372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7859" y="3132713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kern="0" spc="-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429506" y="3050858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kern="0" spc="-41" dirty="0">
                <a:solidFill>
                  <a:srgbClr val="00B05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Zombie Spawning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29506" y="3512225"/>
            <a:ext cx="542091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spawns zombies randomly</a:t>
            </a: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426458" y="4316968"/>
            <a:ext cx="668536" cy="30480"/>
          </a:xfrm>
          <a:prstGeom prst="roundRect">
            <a:avLst>
              <a:gd name="adj" fmla="val 307107"/>
            </a:avLst>
          </a:prstGeom>
          <a:solidFill>
            <a:srgbClr val="DA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4514" y="4081582"/>
            <a:ext cx="501372" cy="501372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7859" y="4135576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kern="0" spc="-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3578900" y="4053721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800" b="1" kern="0" spc="-41" dirty="0">
                <a:solidFill>
                  <a:schemeClr val="accent2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Player Interaction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9978" y="4515088"/>
            <a:ext cx="542091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000" b="1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Players shoot zombies and earn points</a:t>
            </a: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35406" y="5319832"/>
            <a:ext cx="668536" cy="30480"/>
          </a:xfrm>
          <a:prstGeom prst="roundRect">
            <a:avLst>
              <a:gd name="adj" fmla="val 307107"/>
            </a:avLst>
          </a:prstGeom>
          <a:solidFill>
            <a:srgbClr val="DABADD"/>
          </a:solidFill>
          <a:ln/>
        </p:spPr>
      </p:sp>
      <p:sp>
        <p:nvSpPr>
          <p:cNvPr id="20" name="Shape 18"/>
          <p:cNvSpPr/>
          <p:nvPr/>
        </p:nvSpPr>
        <p:spPr>
          <a:xfrm>
            <a:off x="7064514" y="5084445"/>
            <a:ext cx="501372" cy="501372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7859" y="5138440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kern="0" spc="-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8429506" y="5056584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kern="0" spc="-41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Scoreboard Updates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29506" y="5517952"/>
            <a:ext cx="542091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Scores update in real time</a:t>
            </a: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426458" y="6322695"/>
            <a:ext cx="668536" cy="30480"/>
          </a:xfrm>
          <a:prstGeom prst="roundRect">
            <a:avLst>
              <a:gd name="adj" fmla="val 307107"/>
            </a:avLst>
          </a:prstGeom>
          <a:solidFill>
            <a:srgbClr val="DABADD"/>
          </a:solidFill>
          <a:ln/>
        </p:spPr>
      </p:sp>
      <p:sp>
        <p:nvSpPr>
          <p:cNvPr id="25" name="Shape 23"/>
          <p:cNvSpPr/>
          <p:nvPr/>
        </p:nvSpPr>
        <p:spPr>
          <a:xfrm>
            <a:off x="7064514" y="6087308"/>
            <a:ext cx="501372" cy="501372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7859" y="6141303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kern="0" spc="-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5</a:t>
            </a:r>
            <a:endParaRPr lang="en-US" sz="2450" dirty="0"/>
          </a:p>
        </p:txBody>
      </p:sp>
      <p:sp>
        <p:nvSpPr>
          <p:cNvPr id="27" name="Text 25"/>
          <p:cNvSpPr/>
          <p:nvPr/>
        </p:nvSpPr>
        <p:spPr>
          <a:xfrm>
            <a:off x="3578900" y="6059448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800" b="1" kern="0" spc="-41" dirty="0">
                <a:solidFill>
                  <a:schemeClr val="accent4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Game </a:t>
            </a:r>
            <a:r>
              <a:rPr lang="en-US" sz="2800" b="1" kern="0" spc="-41" dirty="0" smtClean="0">
                <a:solidFill>
                  <a:schemeClr val="accent4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End</a:t>
            </a:r>
            <a:endParaRPr lang="en-US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4700" y="7036831"/>
            <a:ext cx="648029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000" b="1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player with the highest zombie kills wins the match.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1150" y="713026"/>
            <a:ext cx="71431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8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Challenges Faced &amp; Solutions</a:t>
            </a:r>
            <a:endParaRPr lang="en-US" sz="4800" b="1" dirty="0"/>
          </a:p>
        </p:txBody>
      </p:sp>
      <p:sp>
        <p:nvSpPr>
          <p:cNvPr id="3" name="Text 1"/>
          <p:cNvSpPr/>
          <p:nvPr/>
        </p:nvSpPr>
        <p:spPr>
          <a:xfrm>
            <a:off x="837724" y="2655768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600" b="1" kern="0" spc="-44" dirty="0">
                <a:solidFill>
                  <a:srgbClr val="00B0F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Challenges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3996333"/>
            <a:ext cx="280082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2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collision detection &amp; movement. Implementing an efficient AI for zombies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785553" y="2657236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600" b="1" kern="0" spc="-44" dirty="0">
                <a:solidFill>
                  <a:srgbClr val="FF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Solutions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230053" y="3996333"/>
            <a:ext cx="280082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Used Java AWT &amp; Swing for optimized rendering. Improved zombie pathfinding for better gameplay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733382" y="2658704"/>
            <a:ext cx="339232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kern="0" spc="-44" dirty="0">
                <a:solidFill>
                  <a:schemeClr val="accent2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Additional Challenges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622381" y="3869290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Managing smooth gameplay without lag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014710" y="2655768"/>
            <a:ext cx="31457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kern="0" spc="-44" dirty="0">
                <a:solidFill>
                  <a:schemeClr val="accent5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Additional Solutions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14710" y="3996333"/>
            <a:ext cx="280082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kern="0" spc="-38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r>
              <a:rPr lang="en-US" sz="2400" kern="0" spc="-38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Implemented efficient memory management technique</a:t>
            </a:r>
            <a:r>
              <a:rPr lang="en-US" sz="1850" kern="0" spc="-38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8323" y="465773"/>
            <a:ext cx="65884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Conclusion &amp; Future Scope</a:t>
            </a:r>
            <a:endParaRPr lang="en-US" sz="44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638" y="2093000"/>
            <a:ext cx="2137529" cy="1357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7988" y="2728793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6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384482" y="23323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44" dirty="0">
                <a:solidFill>
                  <a:schemeClr val="accent5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Ra One</a:t>
            </a:r>
            <a:endParaRPr lang="en-US" sz="2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384482" y="2827853"/>
            <a:ext cx="553509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thrilling zombie shooter game with engaging mechanics.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04936" y="3464838"/>
            <a:ext cx="8527971" cy="15240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814" y="3509962"/>
            <a:ext cx="4275058" cy="13571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07988" y="3978116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6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6453187" y="37492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44" dirty="0">
                <a:solidFill>
                  <a:schemeClr val="accent5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Fair Competition</a:t>
            </a:r>
            <a:endParaRPr lang="en-US" sz="2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453187" y="4244816"/>
            <a:ext cx="46204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Promotes fair competition &amp; player engagement.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6273641" y="4881801"/>
            <a:ext cx="7459266" cy="15240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09" y="4926925"/>
            <a:ext cx="6412587" cy="13571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08107" y="5395079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6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7522012" y="51662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44" dirty="0">
                <a:solidFill>
                  <a:schemeClr val="accent5">
                    <a:lumMod val="75000"/>
                  </a:schemeClr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Java Technologies</a:t>
            </a:r>
            <a:endParaRPr lang="en-US" sz="2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22012" y="5661779"/>
            <a:ext cx="5923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Uses Java technologies to create a smooth gaming experience.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37724" y="655331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Future Enhancements: Implementing multiplayer network-based battles, enhancing AI for more challenging zombie behaviors, expanding to mobile &amp; web-based platforms.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58624" y="11809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800" b="1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Reference</a:t>
            </a: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Java Swing &amp; AWT Official Documentation, Game Development Articles on Java, AI Pathfinding Techniques for NPCs.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377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975"/>
            <a:ext cx="9264921" cy="64892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49" y="4646295"/>
            <a:ext cx="5742038" cy="33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5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550</Words>
  <Application>Microsoft Office PowerPoint</Application>
  <PresentationFormat>Custom</PresentationFormat>
  <Paragraphs>101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Source Sans Pro</vt:lpstr>
      <vt:lpstr>Source Serif Pro Semi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12</cp:revision>
  <dcterms:created xsi:type="dcterms:W3CDTF">2025-03-05T18:41:20Z</dcterms:created>
  <dcterms:modified xsi:type="dcterms:W3CDTF">2025-03-20T12:36:11Z</dcterms:modified>
</cp:coreProperties>
</file>